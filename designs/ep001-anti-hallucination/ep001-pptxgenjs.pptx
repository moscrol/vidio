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5554980" cy="9875520"/>
  <p:notesSz cx="9875520" cy="55549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开发研究 Agent 时，我见过这种回复——「成交额加了 20%，属于健康分歧，明天会回流，A 是最强。」乍一看很专业。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拆开看：加了 20%，也许库里对得上，这是事实；健康分歧，已经是解释；明天回流，是预测；A 最强，是在替你做选择。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大模型在预测下一个词，流畅不等于真实。数字对了，也不能把后面整段一起升级成「可以下单的结论」。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所以我按五层挡：生成只写候选，外面要证据、代码校验、历史重放、人工金标准；再加一道权限——没验收的分数，不能自动写库。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客服、知识库、代码助手，同一套：先问它是事实、解释，还是动作。生成不是真相——错误要很难一路升到决策权。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你最近被 AI 哪一句「像真的」带偏过？评论区聊聊。架构演示，非投资建议。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4980" cy="9875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1463040"/>
            <a:ext cx="6949440" cy="3108960"/>
          </a:xfrm>
          <a:prstGeom prst="ellipse">
            <a:avLst/>
          </a:prstGeom>
          <a:solidFill>
            <a:srgbClr val="1E335C">
              <a:alpha val="45000"/>
            </a:srgbClr>
          </a:solidFill>
          <a:ln w="12700">
            <a:solidFill>
              <a:srgbClr val="1E33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4747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12700">
            <a:solidFill>
              <a:srgbClr val="8A6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7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案例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50692" y="365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架构演示 · 非投资建议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47868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开发研究 Agent 时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我见过这种回复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2286000"/>
            <a:ext cx="47868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乍一看很专业。拆开才知道问题在哪。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2926080"/>
            <a:ext cx="4786884" cy="2331720"/>
          </a:xfrm>
          <a:prstGeom prst="roundRect">
            <a:avLst>
              <a:gd name="adj" fmla="val 7059"/>
            </a:avLst>
          </a:prstGeom>
          <a:solidFill>
            <a:srgbClr val="17233C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228600" dist="76200" dir="108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274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 · 示意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4274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「储能成交额增加 20%，属于健康分歧，明天会回流，A 是最强标的。」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" y="9491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· 五层防幻觉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47972" y="9491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4980" cy="9875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1463040"/>
            <a:ext cx="6949440" cy="3108960"/>
          </a:xfrm>
          <a:prstGeom prst="ellipse">
            <a:avLst/>
          </a:prstGeom>
          <a:solidFill>
            <a:srgbClr val="1E335C">
              <a:alpha val="45000"/>
            </a:srgbClr>
          </a:solidFill>
          <a:ln w="12700">
            <a:solidFill>
              <a:srgbClr val="1E33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4747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12700">
            <a:solidFill>
              <a:srgbClr val="8A6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7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拆开看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50692" y="365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架构演示 · 非投资建议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914400"/>
            <a:ext cx="4786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同一句话里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</a:t>
            </a:r>
            <a:pPr indent="0" marL="0">
              <a:buNone/>
            </a:pPr>
            <a:r>
              <a:rPr lang="en-US" sz="28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四种地位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84048" y="2240280"/>
            <a:ext cx="4786884" cy="960120"/>
          </a:xfrm>
          <a:prstGeom prst="roundRect">
            <a:avLst>
              <a:gd name="adj" fmla="val 11429"/>
            </a:avLst>
          </a:prstGeom>
          <a:solidFill>
            <a:srgbClr val="17233C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成交额增加 20%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43884" y="251460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A3A32"/>
          </a:solidFill>
          <a:ln w="6350">
            <a:solidFill>
              <a:srgbClr val="3EC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可核验事实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3337560"/>
            <a:ext cx="4786884" cy="960120"/>
          </a:xfrm>
          <a:prstGeom prst="roundRect">
            <a:avLst>
              <a:gd name="adj" fmla="val 11429"/>
            </a:avLst>
          </a:prstGeom>
          <a:solidFill>
            <a:srgbClr val="17233C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属于健康分歧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43884" y="361188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3A3220"/>
          </a:solidFill>
          <a:ln w="6350">
            <a:solidFill>
              <a:srgbClr val="E8B5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3884" y="36118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4434840"/>
            <a:ext cx="4786884" cy="960120"/>
          </a:xfrm>
          <a:prstGeom prst="roundRect">
            <a:avLst>
              <a:gd name="adj" fmla="val 11429"/>
            </a:avLst>
          </a:prstGeom>
          <a:solidFill>
            <a:srgbClr val="17233C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明天会回流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43884" y="470916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3A2228"/>
          </a:solidFill>
          <a:ln w="6350">
            <a:solidFill>
              <a:srgbClr val="F071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3884" y="4709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5532120"/>
            <a:ext cx="4786884" cy="960120"/>
          </a:xfrm>
          <a:prstGeom prst="roundRect">
            <a:avLst>
              <a:gd name="adj" fmla="val 11429"/>
            </a:avLst>
          </a:prstGeom>
          <a:solidFill>
            <a:srgbClr val="17233C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321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是最强标的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43884" y="58064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3A2228"/>
          </a:solidFill>
          <a:ln w="6350">
            <a:solidFill>
              <a:srgbClr val="F071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43884" y="5806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/ 建议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9491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· 五层防幻觉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47972" y="9491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4980" cy="9875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1463040"/>
            <a:ext cx="6949440" cy="3108960"/>
          </a:xfrm>
          <a:prstGeom prst="ellipse">
            <a:avLst/>
          </a:prstGeom>
          <a:solidFill>
            <a:srgbClr val="1E335C">
              <a:alpha val="45000"/>
            </a:srgbClr>
          </a:solidFill>
          <a:ln w="12700">
            <a:solidFill>
              <a:srgbClr val="1E33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4747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12700">
            <a:solidFill>
              <a:srgbClr val="8A6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7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金句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3291840"/>
            <a:ext cx="47868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数字对了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也不能一起升级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50749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大模型在预测下一个词。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流畅 ≠ 真实 · 意见 ≠ 决策权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9491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· 五层防幻觉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7972" y="9491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4980" cy="9875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1463040"/>
            <a:ext cx="6949440" cy="3108960"/>
          </a:xfrm>
          <a:prstGeom prst="ellipse">
            <a:avLst/>
          </a:prstGeom>
          <a:solidFill>
            <a:srgbClr val="1E335C">
              <a:alpha val="45000"/>
            </a:srgbClr>
          </a:solidFill>
          <a:ln w="12700">
            <a:solidFill>
              <a:srgbClr val="1E33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4747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12700">
            <a:solidFill>
              <a:srgbClr val="8A6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7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通式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868680"/>
            <a:ext cx="47868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所以我按</a:t>
            </a:r>
            <a:pPr indent="0" marL="0">
              <a:buNone/>
            </a:pPr>
            <a:r>
              <a:rPr lang="en-US" sz="24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</a:t>
            </a:r>
            <a:pPr indent="0" marL="0">
              <a:buNone/>
            </a:pPr>
            <a:r>
              <a:rPr lang="en-US" sz="24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47868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生成只写候选，再逐级升级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874520"/>
            <a:ext cx="4786884" cy="868680"/>
          </a:xfrm>
          <a:prstGeom prst="roundRect">
            <a:avLst>
              <a:gd name="adj" fmla="val 10526"/>
            </a:avLst>
          </a:prstGeom>
          <a:solidFill>
            <a:srgbClr val="141E3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8745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2002536"/>
            <a:ext cx="3963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2331720"/>
            <a:ext cx="3963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写候选，不宣布终审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834640"/>
            <a:ext cx="4786884" cy="868680"/>
          </a:xfrm>
          <a:prstGeom prst="roundRect">
            <a:avLst>
              <a:gd name="adj" fmla="val 10526"/>
            </a:avLst>
          </a:prstGeom>
          <a:solidFill>
            <a:srgbClr val="141E3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8346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" y="2962656"/>
            <a:ext cx="3963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数据证据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3291840"/>
            <a:ext cx="3963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对齐外部可追溯记录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794760"/>
            <a:ext cx="4786884" cy="868680"/>
          </a:xfrm>
          <a:prstGeom prst="roundRect">
            <a:avLst>
              <a:gd name="adj" fmla="val 10526"/>
            </a:avLst>
          </a:prstGeom>
          <a:solidFill>
            <a:srgbClr val="141E3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79476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8408" y="3922776"/>
            <a:ext cx="3963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确定性校验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" y="4251960"/>
            <a:ext cx="3963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同输入 → 同检查结果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4754880"/>
            <a:ext cx="4786884" cy="868680"/>
          </a:xfrm>
          <a:prstGeom prst="roundRect">
            <a:avLst>
              <a:gd name="adj" fmla="val 10526"/>
            </a:avLst>
          </a:prstGeom>
          <a:solidFill>
            <a:srgbClr val="141E3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47548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8408" y="4882896"/>
            <a:ext cx="3963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历史重放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8408" y="5212080"/>
            <a:ext cx="3963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禁止偷看当时不可知信息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5715000"/>
            <a:ext cx="4786884" cy="868680"/>
          </a:xfrm>
          <a:prstGeom prst="roundRect">
            <a:avLst>
              <a:gd name="adj" fmla="val 10526"/>
            </a:avLst>
          </a:prstGeom>
          <a:solidFill>
            <a:srgbClr val="141E3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571500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8408" y="5843016"/>
            <a:ext cx="3963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人工金标准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8408" y="6172200"/>
            <a:ext cx="3963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模糊边界与争议样本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6748272"/>
            <a:ext cx="4786884" cy="960120"/>
          </a:xfrm>
          <a:prstGeom prst="roundRect">
            <a:avLst>
              <a:gd name="adj" fmla="val 9524"/>
            </a:avLst>
          </a:prstGeom>
          <a:solidFill>
            <a:srgbClr val="2A241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858000"/>
            <a:ext cx="4274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权限 authority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7178040"/>
            <a:ext cx="4274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没验收的分数，不能自动写库、不能当硬闸门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" y="9491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· 五层防幻觉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7972" y="9491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4980" cy="9875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1463040"/>
            <a:ext cx="6949440" cy="3108960"/>
          </a:xfrm>
          <a:prstGeom prst="ellipse">
            <a:avLst/>
          </a:prstGeom>
          <a:solidFill>
            <a:srgbClr val="1E335C">
              <a:alpha val="45000"/>
            </a:srgbClr>
          </a:solidFill>
          <a:ln w="12700">
            <a:solidFill>
              <a:srgbClr val="1E33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4747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12700">
            <a:solidFill>
              <a:srgbClr val="8A6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7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可复用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4786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同一套问题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1691640"/>
            <a:ext cx="4786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先问它是事实、解释，还是动作。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237744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1A2538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377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61488" y="237744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1A2538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2377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306324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1A2538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0632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代码助手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61488" y="306324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1A2538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30632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931920"/>
            <a:ext cx="4786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生成不是真相 —— 错误要很难一路升到决策权。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" y="9491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· 五层防幻觉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7972" y="9491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4980" cy="9875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1463040"/>
            <a:ext cx="6949440" cy="3108960"/>
          </a:xfrm>
          <a:prstGeom prst="ellipse">
            <a:avLst/>
          </a:prstGeom>
          <a:solidFill>
            <a:srgbClr val="1E335C">
              <a:alpha val="45000"/>
            </a:srgbClr>
          </a:solidFill>
          <a:ln w="12700">
            <a:solidFill>
              <a:srgbClr val="1E33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4747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12700">
            <a:solidFill>
              <a:srgbClr val="8A6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7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讨论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3200400"/>
            <a:ext cx="47868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你最近被 AI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B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哪一句「像真的」带偏过？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048" y="5029200"/>
            <a:ext cx="4786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评论区聊聊 · 不求关注 · 非投资建议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9491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· 五层防幻觉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7972" y="9491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001 · 数字对了，也不能一起升级</dc:title>
  <dc:subject>五层防幻觉 · 案例优先 · pptxgenjs</dc:subject>
  <dc:creator>vidio / ops short-video</dc:creator>
  <cp:lastModifiedBy>vidio / ops short-video</cp:lastModifiedBy>
  <cp:revision>1</cp:revision>
  <dcterms:created xsi:type="dcterms:W3CDTF">2026-07-11T15:56:21Z</dcterms:created>
  <dcterms:modified xsi:type="dcterms:W3CDTF">2026-07-11T15:56:21Z</dcterms:modified>
</cp:coreProperties>
</file>